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CAPSTONE INTERMEDIO 2026 · DESAFÍO 02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integrado de reserva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uso de espacios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Providencia · Municipalidad de Providencia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452628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______________________        Integrantes: 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Hub Providencia?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434840"/>
          </a:xfrm>
          <a:prstGeom prst="roundRect">
            <a:avLst>
              <a:gd name="adj" fmla="val 2062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897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innovación que depende de la Municipalidad de Providencia. Administra salas de reuniones, cowork y laboratorios (fabricación digital, plástico, textil), usados por el equipo del Hub y por la comunidad.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5478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reuniones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2336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16966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(textil, GovTech)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8554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914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(digital, plástico)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1600200"/>
            <a:ext cx="4297680" cy="443484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352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podríamos automatizar el registro y la reserva de espacios del edificio del Hub Providencia?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coordina a mano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canal: correo electrónico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reserva y el control de uso hoy se coordinan manualmente por múltiples canales. En particular, los laboratorios se reservan por correo electrónico — un proceso lento, propenso a errores y sin trazabilidad.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6035040" cy="0"/>
          </a:xfrm>
          <a:prstGeom prst="line">
            <a:avLst/>
          </a:prstGeom>
          <a:noFill/>
          <a:ln w="12700">
            <a:solidFill>
              <a:srgbClr val="C7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617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directa: proceso engorroso y sin historial consolidado de cómo se usan realmente los espacios.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373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0" y="2286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centralizados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reserva hoy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canales dispersos: correo y coordinación informal.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Y CAUSAS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Quiénes lo viven, por qué ocurre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4240" cy="4023360"/>
          </a:xfrm>
          <a:prstGeom prst="roundRect">
            <a:avLst>
              <a:gd name="adj" fmla="val 2124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44424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del Hub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manualmente cada solicitud que llega por correo.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58640" y="1828800"/>
            <a:ext cx="3444240" cy="4023360"/>
          </a:xfrm>
          <a:prstGeom prst="roundRect">
            <a:avLst>
              <a:gd name="adj" fmla="val 2124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358640" y="1828800"/>
            <a:ext cx="344424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3296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32960" y="283464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32960" y="365760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Reservan salas, cowork y laboratorios; enfrentan la fricción del proceso.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68640" y="1828800"/>
            <a:ext cx="3444240" cy="4023360"/>
          </a:xfrm>
          <a:prstGeom prst="roundRect">
            <a:avLst>
              <a:gd name="adj" fmla="val 2124"/>
            </a:avLst>
          </a:prstGeom>
          <a:solidFill>
            <a:srgbClr val="EA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168640" y="1828800"/>
            <a:ext cx="3444240" cy="109728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2960" y="21945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4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42960" y="283464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raíz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42960" y="365760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sistema centralizado — solo canales dispersos.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y causas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no resolverlo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manual que consume horas del equipo administrador.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0332720" cy="0"/>
          </a:xfrm>
          <a:prstGeom prst="line">
            <a:avLst/>
          </a:prstGeom>
          <a:noFill/>
          <a:ln w="12700">
            <a:solidFill>
              <a:srgbClr val="E3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43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 ciegas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7432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cuánta demanda hay ni qué tan usados están los espacios.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10332720" cy="0"/>
          </a:xfrm>
          <a:prstGeom prst="line">
            <a:avLst/>
          </a:prstGeom>
          <a:noFill/>
          <a:ln w="12700">
            <a:solidFill>
              <a:srgbClr val="E3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de reservas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749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bloqueo automático, dos personas pueden reservar el mismo horario.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07992"/>
            <a:ext cx="10332720" cy="0"/>
          </a:xfrm>
          <a:prstGeom prst="line">
            <a:avLst/>
          </a:prstGeom>
          <a:noFill/>
          <a:ln w="12700">
            <a:solidFill>
              <a:srgbClr val="E3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754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experiencia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7548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usan el Hub enfrentan fricción innecesaria.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flujo digital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web conectado a un calendario compartido.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32461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337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Llavero NFC/RFID confirma la llegada en el espacio.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32461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337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+ buzzer + RGB avisan al instante si la reserva es válida.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2461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78240" y="21031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337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panel de indicadores se actualizan solos.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Google Forms · Calendar · Sheets  —  Validación: ESP32 + RFID/NFC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MÍNIMA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Entradas, procesamiento y salidas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429768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5603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21579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reserva vía formulario web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física (llavero NFC/RFID)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560320" cy="429768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377440"/>
            <a:ext cx="21579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valida la reserva contra el horario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bloquea horarios duplicados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libera el espacio sin check-in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560320" cy="429768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377440"/>
            <a:ext cx="21579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+ buzzer + RGB confirman al instante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uso consolidado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indicadores de ocupación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560320" cy="429768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691640"/>
            <a:ext cx="25603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256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Conectividad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377440"/>
            <a:ext cx="21579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 WiFi integrado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/ Calendar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como respaldo opcional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mínima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02 · Edificios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Y CIERRE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no es solo un problema de horarios o correos perdidos: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cómo el Hub entiende y aprovecha sus propios espacios.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38328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6576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del Hub sigue creciendo, y cada semana sin un sistema ordenado cuesta más. Por eso seguimos profundizando en este desafío antes de construir la solución.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quedamos abiertos a sus preguntas.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2026-10-04T12:59:56Z</dcterms:created>
  <dcterms:modified xsi:type="dcterms:W3CDTF">2026-10-04T12:59:56Z</dcterms:modified>
</cp:coreProperties>
</file>